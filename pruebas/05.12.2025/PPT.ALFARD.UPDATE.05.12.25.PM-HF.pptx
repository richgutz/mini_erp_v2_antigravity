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4" r:id="rId2"/>
    <p:sldId id="261" r:id="rId3"/>
    <p:sldId id="256" r:id="rId4"/>
    <p:sldId id="259" r:id="rId5"/>
    <p:sldId id="262" r:id="rId6"/>
    <p:sldId id="260" r:id="rId7"/>
    <p:sldId id="270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 Gutierrez" initials="RG" lastIdx="1" clrIdx="0">
    <p:extLst>
      <p:ext uri="{19B8F6BF-5375-455C-9EA6-DF929625EA0E}">
        <p15:presenceInfo xmlns:p15="http://schemas.microsoft.com/office/powerpoint/2012/main" userId="dedfcb8bb4744a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60"/>
  </p:normalViewPr>
  <p:slideViewPr>
    <p:cSldViewPr snapToGrid="0">
      <p:cViewPr varScale="1">
        <p:scale>
          <a:sx n="97" d="100"/>
          <a:sy n="97" d="100"/>
        </p:scale>
        <p:origin x="9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02T15:53:46.523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D0D04-2923-4BCD-9D73-25BDF574CBA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8C6E3-9320-4D46-9D80-B0A1B4CAF1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2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HAY QUE ACTUALIZAR EL P&amp;G DEL</a:t>
            </a:r>
            <a:r>
              <a:rPr lang="es-MX" baseline="0" dirty="0"/>
              <a:t> PROYECTO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8C6E3-9320-4D46-9D80-B0A1B4CAF1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2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1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1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7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5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8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3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2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2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7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1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3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36915-11B3-4F3B-B618-C31362A50EF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CB421-AD6C-496A-A03B-408CE4A9AB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5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jpe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/>
          <p:nvPr/>
        </p:nvSpPr>
        <p:spPr>
          <a:xfrm>
            <a:off x="2234184" y="2614796"/>
            <a:ext cx="8024565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784" b="1" spc="75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GRUPO ALFARD CONSTRUCTORA INMOBILIARIA SAC</a:t>
            </a:r>
          </a:p>
          <a:p>
            <a:pPr algn="ctr">
              <a:lnSpc>
                <a:spcPts val="4540"/>
              </a:lnSpc>
            </a:pPr>
            <a:r>
              <a:rPr lang="es-MX" sz="3784" b="1" spc="75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Reporte de Gestión</a:t>
            </a:r>
          </a:p>
          <a:p>
            <a:pPr algn="ctr">
              <a:lnSpc>
                <a:spcPts val="4540"/>
              </a:lnSpc>
            </a:pPr>
            <a:r>
              <a:rPr lang="es-MX" sz="3784" b="1" spc="75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Dic-2025</a:t>
            </a:r>
          </a:p>
        </p:txBody>
      </p:sp>
    </p:spTree>
    <p:extLst>
      <p:ext uri="{BB962C8B-B14F-4D97-AF65-F5344CB8AC3E}">
        <p14:creationId xmlns:p14="http://schemas.microsoft.com/office/powerpoint/2010/main" val="176066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1291" y="0"/>
            <a:ext cx="899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dirty="0"/>
              <a:t>CLINICA LA PLANICIE</a:t>
            </a:r>
            <a:endParaRPr lang="en-US" sz="5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" b="17347"/>
          <a:stretch/>
        </p:blipFill>
        <p:spPr>
          <a:xfrm>
            <a:off x="3052850" y="923330"/>
            <a:ext cx="3107371" cy="31636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33" y="923330"/>
            <a:ext cx="2372717" cy="31636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712" y="923330"/>
            <a:ext cx="2367226" cy="3156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938" y="923331"/>
            <a:ext cx="2372717" cy="31636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16"/>
          <a:stretch/>
        </p:blipFill>
        <p:spPr>
          <a:xfrm>
            <a:off x="680133" y="4079631"/>
            <a:ext cx="2954021" cy="2616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154" y="4079631"/>
            <a:ext cx="1962150" cy="2616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092" y="4083291"/>
            <a:ext cx="3482150" cy="26116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44"/>
          <a:stretch/>
        </p:blipFill>
        <p:spPr>
          <a:xfrm>
            <a:off x="8344843" y="4086952"/>
            <a:ext cx="2557620" cy="26079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056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6427" y="0"/>
            <a:ext cx="122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>
                <a:solidFill>
                  <a:srgbClr val="FF0000"/>
                </a:solidFill>
              </a:rPr>
              <a:t>CLINICA LA PLANICIE: AVANCE – </a:t>
            </a:r>
            <a:r>
              <a:rPr lang="es-MX" sz="4400" dirty="0" err="1">
                <a:solidFill>
                  <a:srgbClr val="FF0000"/>
                </a:solidFill>
              </a:rPr>
              <a:t>Ago</a:t>
            </a:r>
            <a:r>
              <a:rPr lang="es-MX" sz="4400" dirty="0">
                <a:solidFill>
                  <a:srgbClr val="FF0000"/>
                </a:solidFill>
              </a:rPr>
              <a:t> vs Dic 2025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9965" y="4145280"/>
            <a:ext cx="86536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Proyecto pasó de un avance físico del 82% a un 90%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ejecutaron USD aproximadamente USD280K  (606 -321)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Restan por ejecutar USD 321K, que son requeridos en dos etapas: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Entrega 1 (31-dic-25): US$ 103K – Consultorios.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Entrega 2 (31-mar-26): US$ 219K – Áreas clínicas.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6" y="1063219"/>
            <a:ext cx="5037394" cy="27882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062" y="1063219"/>
            <a:ext cx="5073185" cy="278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1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859" y="219456"/>
            <a:ext cx="11440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CLINICA LA PLANICIE :Ventas y cobranza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75786" y="3773246"/>
            <a:ext cx="1105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ha vendido una unidad adicional USD127K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venta total ha subido USD260K pues se han añadido metros cuadrados vendibles en el auditorio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86" y="1661389"/>
            <a:ext cx="5296364" cy="1806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632" y="1661389"/>
            <a:ext cx="5764393" cy="18182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58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094" y="1200326"/>
            <a:ext cx="2032186" cy="27095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46304" y="0"/>
            <a:ext cx="12527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200" dirty="0"/>
              <a:t>RESIDENCIAL HUANCARO</a:t>
            </a:r>
            <a:endParaRPr lang="en-US" sz="7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1200329"/>
            <a:ext cx="2000116" cy="26668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7" b="22222"/>
          <a:stretch/>
        </p:blipFill>
        <p:spPr>
          <a:xfrm>
            <a:off x="2333491" y="1200330"/>
            <a:ext cx="3467233" cy="27095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24" y="1200329"/>
            <a:ext cx="2032185" cy="27095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909" y="1200328"/>
            <a:ext cx="2032186" cy="27095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4" y="3867150"/>
            <a:ext cx="1814513" cy="2419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887" y="3862388"/>
            <a:ext cx="1826418" cy="2435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33"/>
          <a:stretch/>
        </p:blipFill>
        <p:spPr>
          <a:xfrm>
            <a:off x="3972057" y="3862387"/>
            <a:ext cx="4672990" cy="2424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047" y="3851274"/>
            <a:ext cx="3261782" cy="24463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257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9966" y="4531779"/>
            <a:ext cx="71690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Proyecto pasó de avance físico del 71% a 84%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ejecutaron USD228K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Resta USD293K por ejecutar, que son requeridos en 2 etapas: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Entrega 1 (31-ene-26): US$ 158K – 60% de departamentos.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Entrega 2 (28-feb-26): US$ 135K – 40% de departamentos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6304" y="0"/>
            <a:ext cx="12527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dirty="0"/>
              <a:t>RESIDENCIAL HUANCARO: AVANCE</a:t>
            </a:r>
            <a:endParaRPr lang="en-US" sz="5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65" y="1483360"/>
            <a:ext cx="5214749" cy="285714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10" y="1549469"/>
            <a:ext cx="5101590" cy="272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0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859" y="219456"/>
            <a:ext cx="11440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HUANCARO: Ventas y cobranza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784914" y="3563907"/>
            <a:ext cx="106180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El stock ha bajado de USD2.66 a USD2.21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La diferencia de stock es la venta adicional del USD445K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En ambos cuadros no se considera la dación en pago por el terreno que equivale a USD449K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" y="1442085"/>
            <a:ext cx="5619943" cy="1240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79" y="1443844"/>
            <a:ext cx="3604617" cy="12383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727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859" y="219456"/>
            <a:ext cx="11440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Conclusiones &amp; Solicitud de Línea USD200K: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527739" y="1135032"/>
            <a:ext cx="1061807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Se recibió un neto para obra de USD420K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El avance de la ejecución en La Planicie fue de </a:t>
            </a:r>
            <a:r>
              <a:rPr lang="es-MX" sz="2000" dirty="0">
                <a:solidFill>
                  <a:srgbClr val="FF0000"/>
                </a:solidFill>
              </a:rPr>
              <a:t>USD280K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El avance de la ejecución en </a:t>
            </a:r>
            <a:r>
              <a:rPr lang="es-MX" sz="2000" dirty="0" err="1"/>
              <a:t>Huancaro</a:t>
            </a:r>
            <a:r>
              <a:rPr lang="es-MX" sz="2000" dirty="0"/>
              <a:t> fue de USD228K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El total ejecutado fue de USD508K superando el monto del préstamo liquido de INANDES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El capital provisto por </a:t>
            </a:r>
            <a:r>
              <a:rPr lang="es-MX" sz="2000" dirty="0" err="1"/>
              <a:t>Inandes</a:t>
            </a:r>
            <a:r>
              <a:rPr lang="es-MX" sz="2000" dirty="0"/>
              <a:t> ha permitido iniciar la venta en </a:t>
            </a:r>
            <a:r>
              <a:rPr lang="es-MX" sz="2000" dirty="0" err="1"/>
              <a:t>Huancaro</a:t>
            </a:r>
            <a:r>
              <a:rPr lang="es-MX" sz="2000" dirty="0"/>
              <a:t> y La Planicie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ALFARD considera que con los USD200K adicionales, el avance de obra permitirá seguir acelerando las ventas</a:t>
            </a:r>
          </a:p>
        </p:txBody>
      </p:sp>
    </p:spTree>
    <p:extLst>
      <p:ext uri="{BB962C8B-B14F-4D97-AF65-F5344CB8AC3E}">
        <p14:creationId xmlns:p14="http://schemas.microsoft.com/office/powerpoint/2010/main" val="296472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302</Words>
  <Application>Microsoft Office PowerPoint</Application>
  <PresentationFormat>Panorámica</PresentationFormat>
  <Paragraphs>33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Lato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Gutierrez</dc:creator>
  <cp:lastModifiedBy>Hamid Frisancho</cp:lastModifiedBy>
  <cp:revision>107</cp:revision>
  <dcterms:created xsi:type="dcterms:W3CDTF">2025-04-21T14:56:07Z</dcterms:created>
  <dcterms:modified xsi:type="dcterms:W3CDTF">2025-12-05T21:57:32Z</dcterms:modified>
</cp:coreProperties>
</file>